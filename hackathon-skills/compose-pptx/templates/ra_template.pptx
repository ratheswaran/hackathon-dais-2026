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embeddedFontLst>
    <p:embeddedFont>
      <p:font typeface="JetBrains Mono" panose="02000009000000000000" pitchFamily="49" charset="0"/>
      <p:regular r:id="rId7"/>
      <p:bold r:id="rId8"/>
      <p:italic r:id="rId9"/>
      <p:boldItalic r:id="rId10"/>
    </p:embeddedFont>
    <p:embeddedFont>
      <p:font typeface="Manrope" pitchFamily="2" charset="0"/>
      <p:regular r:id="rId11"/>
      <p:bold r:id="rId12"/>
    </p:embeddedFont>
    <p:embeddedFont>
      <p:font typeface="Playfair Display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59"/>
    <p:restoredTop sz="94649"/>
  </p:normalViewPr>
  <p:slideViewPr>
    <p:cSldViewPr snapToGrid="0" snapToObjects="1">
      <p:cViewPr varScale="1">
        <p:scale>
          <a:sx n="97" d="100"/>
          <a:sy n="97" d="100"/>
        </p:scale>
        <p:origin x="3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thes Waran" userId="c73da177-f403-4a20-b71f-41a6e179c12a" providerId="ADAL" clId="{DE9C2BC1-9CE1-506C-9E9E-2600B1095E93}"/>
    <pc:docChg chg="undo custSel addSld modSld sldOrd modMainMaster">
      <pc:chgData name="Rathes Waran" userId="c73da177-f403-4a20-b71f-41a6e179c12a" providerId="ADAL" clId="{DE9C2BC1-9CE1-506C-9E9E-2600B1095E93}" dt="2026-05-31T11:41:46.364" v="28" actId="2711"/>
      <pc:docMkLst>
        <pc:docMk/>
      </pc:docMkLst>
      <pc:sldChg chg="new">
        <pc:chgData name="Rathes Waran" userId="c73da177-f403-4a20-b71f-41a6e179c12a" providerId="ADAL" clId="{DE9C2BC1-9CE1-506C-9E9E-2600B1095E93}" dt="2026-05-31T11:33:08.717" v="0" actId="680"/>
        <pc:sldMkLst>
          <pc:docMk/>
          <pc:sldMk cId="2973316370" sldId="257"/>
        </pc:sldMkLst>
      </pc:sldChg>
      <pc:sldChg chg="addSp delSp modSp new mod modClrScheme chgLayout">
        <pc:chgData name="Rathes Waran" userId="c73da177-f403-4a20-b71f-41a6e179c12a" providerId="ADAL" clId="{DE9C2BC1-9CE1-506C-9E9E-2600B1095E93}" dt="2026-05-31T11:34:15.932" v="17" actId="700"/>
        <pc:sldMkLst>
          <pc:docMk/>
          <pc:sldMk cId="1996012174" sldId="258"/>
        </pc:sldMkLst>
        <pc:spChg chg="add del mod">
          <ac:chgData name="Rathes Waran" userId="c73da177-f403-4a20-b71f-41a6e179c12a" providerId="ADAL" clId="{DE9C2BC1-9CE1-506C-9E9E-2600B1095E93}" dt="2026-05-31T11:34:15.932" v="17" actId="700"/>
          <ac:spMkLst>
            <pc:docMk/>
            <pc:sldMk cId="1996012174" sldId="258"/>
            <ac:spMk id="2" creationId="{23281FC5-A30E-D9D2-F240-C1D470861139}"/>
          </ac:spMkLst>
        </pc:spChg>
        <pc:spChg chg="add del mod">
          <ac:chgData name="Rathes Waran" userId="c73da177-f403-4a20-b71f-41a6e179c12a" providerId="ADAL" clId="{DE9C2BC1-9CE1-506C-9E9E-2600B1095E93}" dt="2026-05-31T11:34:15.932" v="17" actId="700"/>
          <ac:spMkLst>
            <pc:docMk/>
            <pc:sldMk cId="1996012174" sldId="258"/>
            <ac:spMk id="3" creationId="{D83C2D3E-0C37-21A6-BAF6-A2008576230F}"/>
          </ac:spMkLst>
        </pc:spChg>
      </pc:sldChg>
      <pc:sldChg chg="new mod ord modClrScheme chgLayout">
        <pc:chgData name="Rathes Waran" userId="c73da177-f403-4a20-b71f-41a6e179c12a" providerId="ADAL" clId="{DE9C2BC1-9CE1-506C-9E9E-2600B1095E93}" dt="2026-05-31T11:33:48.541" v="5" actId="20578"/>
        <pc:sldMkLst>
          <pc:docMk/>
          <pc:sldMk cId="1729341159" sldId="259"/>
        </pc:sldMkLst>
      </pc:sldChg>
      <pc:sldChg chg="addSp modSp new mod modClrScheme chgLayout">
        <pc:chgData name="Rathes Waran" userId="c73da177-f403-4a20-b71f-41a6e179c12a" providerId="ADAL" clId="{DE9C2BC1-9CE1-506C-9E9E-2600B1095E93}" dt="2026-05-31T11:34:23.907" v="19" actId="700"/>
        <pc:sldMkLst>
          <pc:docMk/>
          <pc:sldMk cId="3284072745" sldId="260"/>
        </pc:sldMkLst>
        <pc:spChg chg="add mod">
          <ac:chgData name="Rathes Waran" userId="c73da177-f403-4a20-b71f-41a6e179c12a" providerId="ADAL" clId="{DE9C2BC1-9CE1-506C-9E9E-2600B1095E93}" dt="2026-05-31T11:34:23.907" v="19" actId="700"/>
          <ac:spMkLst>
            <pc:docMk/>
            <pc:sldMk cId="3284072745" sldId="260"/>
            <ac:spMk id="2" creationId="{C43C4007-B2E7-A7F7-5C14-937C027C90F5}"/>
          </ac:spMkLst>
        </pc:spChg>
        <pc:spChg chg="add mod">
          <ac:chgData name="Rathes Waran" userId="c73da177-f403-4a20-b71f-41a6e179c12a" providerId="ADAL" clId="{DE9C2BC1-9CE1-506C-9E9E-2600B1095E93}" dt="2026-05-31T11:34:23.907" v="19" actId="700"/>
          <ac:spMkLst>
            <pc:docMk/>
            <pc:sldMk cId="3284072745" sldId="260"/>
            <ac:spMk id="3" creationId="{1FAA6401-318F-5532-8ABD-9E8D9E53D7F3}"/>
          </ac:spMkLst>
        </pc:spChg>
      </pc:sldChg>
      <pc:sldMasterChg chg="modSldLayout">
        <pc:chgData name="Rathes Waran" userId="c73da177-f403-4a20-b71f-41a6e179c12a" providerId="ADAL" clId="{DE9C2BC1-9CE1-506C-9E9E-2600B1095E93}" dt="2026-05-31T11:41:46.364" v="28" actId="2711"/>
        <pc:sldMasterMkLst>
          <pc:docMk/>
          <pc:sldMasterMk cId="2209977519" sldId="2147483648"/>
        </pc:sldMasterMkLst>
        <pc:sldLayoutChg chg="modSp mod">
          <pc:chgData name="Rathes Waran" userId="c73da177-f403-4a20-b71f-41a6e179c12a" providerId="ADAL" clId="{DE9C2BC1-9CE1-506C-9E9E-2600B1095E93}" dt="2026-05-31T11:41:46.364" v="28" actId="2711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Rathes Waran" userId="c73da177-f403-4a20-b71f-41a6e179c12a" providerId="ADAL" clId="{DE9C2BC1-9CE1-506C-9E9E-2600B1095E93}" dt="2026-05-31T11:41:46.364" v="28" actId="2711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Rathes Waran" userId="c73da177-f403-4a20-b71f-41a6e179c12a" providerId="ADAL" clId="{DE9C2BC1-9CE1-506C-9E9E-2600B1095E93}" dt="2026-05-31T11:37:45.104" v="26" actId="2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delSp mod">
          <pc:chgData name="Rathes Waran" userId="c73da177-f403-4a20-b71f-41a6e179c12a" providerId="ADAL" clId="{DE9C2BC1-9CE1-506C-9E9E-2600B1095E93}" dt="2026-05-31T11:35:31.687" v="20" actId="478"/>
          <pc:sldLayoutMkLst>
            <pc:docMk/>
            <pc:sldMasterMk cId="2209977519" sldId="2147483648"/>
            <pc:sldLayoutMk cId="960648375" sldId="2147483651"/>
          </pc:sldLayoutMkLst>
          <pc:picChg chg="del">
            <ac:chgData name="Rathes Waran" userId="c73da177-f403-4a20-b71f-41a6e179c12a" providerId="ADAL" clId="{DE9C2BC1-9CE1-506C-9E9E-2600B1095E93}" dt="2026-05-31T11:35:31.687" v="20" actId="478"/>
            <ac:picMkLst>
              <pc:docMk/>
              <pc:sldMasterMk cId="2209977519" sldId="2147483648"/>
              <pc:sldLayoutMk cId="960648375" sldId="2147483651"/>
              <ac:picMk id="908" creationId="{00000000-0000-0000-0000-000000000000}"/>
            </ac:picMkLst>
          </pc:picChg>
        </pc:sldLayoutChg>
        <pc:sldLayoutChg chg="delSp mod">
          <pc:chgData name="Rathes Waran" userId="c73da177-f403-4a20-b71f-41a6e179c12a" providerId="ADAL" clId="{DE9C2BC1-9CE1-506C-9E9E-2600B1095E93}" dt="2026-05-31T11:35:36.643" v="21" actId="478"/>
          <pc:sldLayoutMkLst>
            <pc:docMk/>
            <pc:sldMasterMk cId="2209977519" sldId="2147483648"/>
            <pc:sldLayoutMk cId="2782244947" sldId="2147483652"/>
          </pc:sldLayoutMkLst>
          <pc:picChg chg="del">
            <ac:chgData name="Rathes Waran" userId="c73da177-f403-4a20-b71f-41a6e179c12a" providerId="ADAL" clId="{DE9C2BC1-9CE1-506C-9E9E-2600B1095E93}" dt="2026-05-31T11:35:36.643" v="21" actId="478"/>
            <ac:picMkLst>
              <pc:docMk/>
              <pc:sldMasterMk cId="2209977519" sldId="2147483648"/>
              <pc:sldLayoutMk cId="2782244947" sldId="2147483652"/>
              <ac:picMk id="911" creationId="{00000000-0000-0000-0000-000000000000}"/>
            </ac:picMkLst>
          </pc:picChg>
        </pc:sldLayoutChg>
        <pc:sldLayoutChg chg="modSp mod">
          <pc:chgData name="Rathes Waran" userId="c73da177-f403-4a20-b71f-41a6e179c12a" providerId="ADAL" clId="{DE9C2BC1-9CE1-506C-9E9E-2600B1095E93}" dt="2026-05-31T11:37:23.830" v="24" actId="2711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Rathes Waran" userId="c73da177-f403-4a20-b71f-41a6e179c12a" providerId="ADAL" clId="{DE9C2BC1-9CE1-506C-9E9E-2600B1095E93}" dt="2026-05-31T11:37:23.830" v="24" actId="2711"/>
            <ac:spMkLst>
              <pc:docMk/>
              <pc:sldMasterMk cId="2209977519" sldId="2147483648"/>
              <pc:sldLayoutMk cId="990158736" sldId="2147483653"/>
              <ac:spMk id="2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A_TitleSlide">
    <p:bg>
      <p:bgPr>
        <a:solidFill>
          <a:srgbClr val="01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body" idx="10" hasCustomPrompt="1"/>
          </p:nvPr>
        </p:nvSpPr>
        <p:spPr>
          <a:xfrm>
            <a:off x="685800" y="2606040"/>
            <a:ext cx="10817352" cy="2103120"/>
          </a:xfrm>
        </p:spPr>
        <p:txBody>
          <a:bodyPr wrap="square" lIns="0" tIns="0" rIns="0" bIns="0" anchor="t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 hasCustomPrompt="1"/>
          </p:nvPr>
        </p:nvSpPr>
        <p:spPr>
          <a:xfrm>
            <a:off x="713232" y="4800600"/>
            <a:ext cx="9601200" cy="914400"/>
          </a:xfrm>
        </p:spPr>
        <p:txBody>
          <a:bodyPr wrap="square" lIns="0" tIns="0" rIns="0" bIns="0" anchor="t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01" name="ra-lockup-d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5488"/>
            <a:ext cx="2108578" cy="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A_cream">
    <p:bg>
      <p:bgPr>
        <a:solidFill>
          <a:srgbClr val="FB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ra-lockup-l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37376"/>
            <a:ext cx="1405719" cy="164592"/>
          </a:xfrm>
          <a:prstGeom prst="rect">
            <a:avLst/>
          </a:prstGeom>
        </p:spPr>
      </p:pic>
      <p:sp>
        <p:nvSpPr>
          <p:cNvPr id="905" name="pagenum"/>
          <p:cNvSpPr txBox="1"/>
          <p:nvPr/>
        </p:nvSpPr>
        <p:spPr>
          <a:xfrm>
            <a:off x="10058400" y="6364224"/>
            <a:ext cx="1447495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7C27A6A-2B1E-4F2C-9E11-1A2B3C4D5E6F}" type="slidenum">
              <a:rPr lang="en-US" sz="1000" b="0">
                <a:solidFill>
                  <a:srgbClr val="6D7277"/>
                </a:solidFill>
                <a:latin typeface="JetBrains Mono"/>
              </a:rPr>
              <a:t>‹#›</a:t>
            </a:fld>
            <a:endParaRPr lang="en-US" sz="1000" b="0">
              <a:solidFill>
                <a:srgbClr val="6D7277"/>
              </a:solidFill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A_SectionSignal">
    <p:bg>
      <p:bgPr>
        <a:solidFill>
          <a:srgbClr val="1736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ra-lockup-d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37376"/>
            <a:ext cx="1405719" cy="164592"/>
          </a:xfrm>
          <a:prstGeom prst="rect">
            <a:avLst/>
          </a:prstGeom>
        </p:spPr>
      </p:pic>
      <p:sp>
        <p:nvSpPr>
          <p:cNvPr id="910" name="pagenum"/>
          <p:cNvSpPr txBox="1"/>
          <p:nvPr/>
        </p:nvSpPr>
        <p:spPr>
          <a:xfrm>
            <a:off x="10058400" y="6364224"/>
            <a:ext cx="1447495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7C27A6A-2B1E-4F2C-9E11-1A2B3C4D5E6F}" type="slidenum">
              <a:rPr lang="en-US" sz="1000" b="0">
                <a:solidFill>
                  <a:srgbClr val="C6CBD0"/>
                </a:solidFill>
                <a:latin typeface="JetBrains Mono"/>
              </a:rPr>
              <a:t>‹#›</a:t>
            </a:fld>
            <a:endParaRPr lang="en-US" sz="1000" b="0">
              <a:solidFill>
                <a:srgbClr val="C6CBD0"/>
              </a:solidFill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RA_SectionWhite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" name="ra-lockup-l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37376"/>
            <a:ext cx="1405719" cy="164592"/>
          </a:xfrm>
          <a:prstGeom prst="rect">
            <a:avLst/>
          </a:prstGeom>
        </p:spPr>
      </p:pic>
      <p:sp>
        <p:nvSpPr>
          <p:cNvPr id="913" name="pagenum"/>
          <p:cNvSpPr txBox="1"/>
          <p:nvPr/>
        </p:nvSpPr>
        <p:spPr>
          <a:xfrm>
            <a:off x="10058400" y="6364224"/>
            <a:ext cx="1447495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7C27A6A-2B1E-4F2C-9E11-1A2B3C4D5E6F}" type="slidenum">
              <a:rPr lang="en-US" sz="1000" b="0">
                <a:solidFill>
                  <a:srgbClr val="6D7277"/>
                </a:solidFill>
                <a:latin typeface="JetBrains Mono"/>
              </a:rPr>
              <a:t>‹#›</a:t>
            </a:fld>
            <a:endParaRPr lang="en-US" sz="1000" b="0">
              <a:solidFill>
                <a:srgbClr val="6D7277"/>
              </a:solidFill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RA_thankyou">
    <p:bg>
      <p:bgPr>
        <a:solidFill>
          <a:srgbClr val="01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body" idx="11" hasCustomPrompt="1"/>
          </p:nvPr>
        </p:nvSpPr>
        <p:spPr>
          <a:xfrm>
            <a:off x="685800" y="2606040"/>
            <a:ext cx="10817352" cy="1920240"/>
          </a:xfrm>
        </p:spPr>
        <p:txBody>
          <a:bodyPr wrap="square" lIns="0" tIns="0" rIns="0" bIns="0" anchor="t"/>
          <a:lstStyle>
            <a:lvl1pPr marL="0" indent="0" algn="l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232" y="4572000"/>
            <a:ext cx="9144000" cy="822960"/>
          </a:xfrm>
        </p:spPr>
        <p:txBody>
          <a:bodyPr wrap="square" lIns="0" tIns="0" rIns="0" bIns="0" anchor="t"/>
          <a:lstStyle>
            <a:lvl1pPr marL="0" indent="0" algn="l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14" name="ra-lockup-d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5488"/>
            <a:ext cx="2108578" cy="246888"/>
          </a:xfrm>
          <a:prstGeom prst="rect">
            <a:avLst/>
          </a:prstGeom>
        </p:spPr>
      </p:pic>
      <p:pic>
        <p:nvPicPr>
          <p:cNvPr id="915" name="geomark-amb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5285232"/>
            <a:ext cx="960120" cy="960120"/>
          </a:xfrm>
          <a:prstGeom prst="rect">
            <a:avLst/>
          </a:prstGeom>
        </p:spPr>
      </p:pic>
      <p:sp>
        <p:nvSpPr>
          <p:cNvPr id="916" name="pagenum"/>
          <p:cNvSpPr txBox="1"/>
          <p:nvPr/>
        </p:nvSpPr>
        <p:spPr>
          <a:xfrm>
            <a:off x="10058400" y="6364224"/>
            <a:ext cx="1447495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7C27A6A-2B1E-4F2C-9E11-1A2B3C4D5E6F}" type="slidenum">
              <a:rPr lang="en-US" sz="1000" b="0">
                <a:solidFill>
                  <a:srgbClr val="C6CBD0"/>
                </a:solidFill>
                <a:latin typeface="JetBrains Mono"/>
              </a:rPr>
              <a:t>‹#›</a:t>
            </a:fld>
            <a:endParaRPr lang="en-US" sz="1000" b="0">
              <a:solidFill>
                <a:srgbClr val="C6CBD0"/>
              </a:solidFill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A_dark">
    <p:bg>
      <p:bgPr>
        <a:solidFill>
          <a:srgbClr val="01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ra-lockup-d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37376"/>
            <a:ext cx="1405719" cy="164592"/>
          </a:xfrm>
          <a:prstGeom prst="rect">
            <a:avLst/>
          </a:prstGeom>
        </p:spPr>
      </p:pic>
      <p:sp>
        <p:nvSpPr>
          <p:cNvPr id="907" name="pagenum"/>
          <p:cNvSpPr txBox="1"/>
          <p:nvPr/>
        </p:nvSpPr>
        <p:spPr>
          <a:xfrm>
            <a:off x="10058400" y="6364224"/>
            <a:ext cx="1447495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7C27A6A-2B1E-4F2C-9E11-1A2B3C4D5E6F}" type="slidenum">
              <a:rPr lang="en-US" sz="1000" b="0">
                <a:solidFill>
                  <a:srgbClr val="C6CBD0"/>
                </a:solidFill>
                <a:latin typeface="JetBrains Mono"/>
              </a:rPr>
              <a:t>‹#›</a:t>
            </a:fld>
            <a:endParaRPr lang="en-US" sz="1000" b="0">
              <a:solidFill>
                <a:srgbClr val="C6CBD0"/>
              </a:solidFill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A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ra-lockup-l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37376"/>
            <a:ext cx="1405719" cy="164592"/>
          </a:xfrm>
          <a:prstGeom prst="rect">
            <a:avLst/>
          </a:prstGeom>
        </p:spPr>
      </p:pic>
      <p:sp>
        <p:nvSpPr>
          <p:cNvPr id="903" name="pagenum"/>
          <p:cNvSpPr txBox="1"/>
          <p:nvPr/>
        </p:nvSpPr>
        <p:spPr>
          <a:xfrm>
            <a:off x="10058400" y="6364224"/>
            <a:ext cx="1447495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7C27A6A-2B1E-4F2C-9E11-1A2B3C4D5E6F}" type="slidenum">
              <a:rPr lang="en-US" sz="1000" b="0">
                <a:solidFill>
                  <a:srgbClr val="6D7277"/>
                </a:solidFill>
                <a:latin typeface="JetBrains Mono"/>
              </a:rPr>
              <a:t>‹#›</a:t>
            </a:fld>
            <a:endParaRPr lang="en-US" sz="1000" b="0">
              <a:solidFill>
                <a:srgbClr val="6D7277"/>
              </a:solidFill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2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" name="cover-pos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918" name="ra-lockup-d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75488"/>
            <a:ext cx="2108578" cy="246888"/>
          </a:xfrm>
          <a:prstGeom prst="rect">
            <a:avLst/>
          </a:prstGeom>
        </p:spPr>
      </p:pic>
      <p:sp>
        <p:nvSpPr>
          <p:cNvPr id="919" name="pagenum"/>
          <p:cNvSpPr txBox="1"/>
          <p:nvPr/>
        </p:nvSpPr>
        <p:spPr>
          <a:xfrm>
            <a:off x="10058400" y="6364224"/>
            <a:ext cx="1447495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7C27A6A-2B1E-4F2C-9E11-1A2B3C4D5E6F}" type="slidenum">
              <a:rPr lang="en-US" sz="1000" b="0">
                <a:solidFill>
                  <a:srgbClr val="C6CBD0"/>
                </a:solidFill>
                <a:latin typeface="JetBrains Mono"/>
              </a:rPr>
              <a:t>1</a:t>
            </a:fld>
            <a:endParaRPr lang="en-US" sz="1000" b="0">
              <a:solidFill>
                <a:srgbClr val="C6CBD0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34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31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01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3C4007-B2E7-A7F7-5C14-937C027C9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A6401-318F-5532-8ABD-9E8D9E53D7F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072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54BB2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layfair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Macintosh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Manrope</vt:lpstr>
      <vt:lpstr>JetBrains Mono</vt:lpstr>
      <vt:lpstr>Source Serif 4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Waran, Rathes</cp:lastModifiedBy>
  <cp:revision>1</cp:revision>
  <dcterms:created xsi:type="dcterms:W3CDTF">2013-01-27T09:14:16Z</dcterms:created>
  <dcterms:modified xsi:type="dcterms:W3CDTF">2026-05-31T11:42:04Z</dcterms:modified>
  <cp:category/>
</cp:coreProperties>
</file>